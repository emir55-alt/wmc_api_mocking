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Netzwerkgrenze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API-Mocking mit Mock Service Worker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1828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ist API-Mocking?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754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Konzept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API-Mocking bedeutet, echte Server-Antworten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 simulierte (gefälschte) Daten zu ersetzen.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App denkt, sie redet mit dem echten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aber die Antworten kommen von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einem Mock-Handler, den du definierst.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0" y="128016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55448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fetch('/api/products')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560320"/>
            <a:ext cx="19202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fängt ab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Fake-Antwort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566160"/>
            <a:ext cx="19202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Mock-Daten 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Warum nicht echte APIs testen?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2560320" cy="73152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Langsam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API-Aufrufe brauchen Zeit.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werden langsam und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unzuverlässig.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371600"/>
            <a:ext cx="2560320" cy="73152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916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Fragil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70332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offline? Datenbank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geändert? Deine Tests brechen –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dass dein Code falsch ist.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0936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371600"/>
            <a:ext cx="2560320" cy="73152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916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Unkontrollierbar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3796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kannst Fehlerfälle (500er,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Timeouts) nicht gezielt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provozieren.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 Service Worker (MSW)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73152" cy="14630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25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ist eine Library, die Netzwerk-Anfragen auf der Service-Worker-Ebene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abfängt – also bevor sie den echten Server erreichen.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2011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Code (fetch, axios) bleibt unverändert. MSW sitzt dazwischen.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926080"/>
            <a:ext cx="37490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 Methode: jest.spyOn / Mock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Überschreibt fetch/axios direkt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 nicht den echten Netzwerk-Pfad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Fehleranfällig bei Refactoring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926080"/>
            <a:ext cx="3749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MSW: Netzwerk-Ebene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Fängt Requests auf Netzwerk-Ebene ab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fetch-Code bleibt original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Realistischere Tests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 Handler definieren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Handler beschreibt: Welche URL abgefangen wird und was zurückkommt.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http, HttpResponse } from 'msw'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handlers = [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 /api/products → Fake-Produkte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http.get('/api/products', ()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HttpResponse.json([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1, name: 'Laptop', preis: 999 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id: 2, name: 'Maus',   preis: 29  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Fehler simulieren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MSW kannst du gezielt testen, wie deine App auf Serverfehler reagiert.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error-handler.js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http.get('/api/products', () =&gt;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HttpResponse(null,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500,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statusText: 'Internal Server Error'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840480"/>
            <a:ext cx="73152" cy="91440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04164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9319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Mocking kannst du 500-Fehler nur testen, wenn das Backend wirklich ausfällt.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macht Fehlerfälle jederzeit reproduzierbar.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MSW Server starten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Tests (Node.js) startest du den Server vor jedem Test.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setup.js (Vitest / Jest)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setupServer } from 'msw/node'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handlers } from './handlers'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server = setupServer(...handlers)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beforeAll(() =&gt; server.listen())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afterEach(() =&gt; server.resetHandlers())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afterAll(() =&gt; server.close())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beforeAll  →  Server starten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42976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afterEach  →  Handler reset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42976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afterAll  →  Server stoppen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Vorteile von MSW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Netzwerk-Ebene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Realistischer als jest.spyOn – testet den echten Netzwerk-Pfad deines Codes.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28016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Kein Backend nötig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laufen auch wenn das Backend offline ist. Keine Datenbank nötig.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97180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Einmal schreiben,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überall nutzen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Mocks für Vitest, Playwright, Storybook und lokale Entwicklung.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97180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Schnell &amp; stabil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02920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echten Netzwerk-Aufrufe = schnelle, deterministische Tests.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Zusammenfassung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0" y="2331720"/>
            <a:ext cx="1463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API-Mocking simuliert Server-Antworten für Tests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 fängt Requests auf Netzwerk-Ebene ab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definierst Handler für Erfolg und Fehler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sind schnell, stabil und unabhängig vom Backend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Netzwerkgrenze – API-Mocking</dc:title>
  <dc:subject>PptxGenJS Presentation</dc:subject>
  <dc:creator>Gruppe 3</dc:creator>
  <cp:lastModifiedBy>Gruppe 3</cp:lastModifiedBy>
  <cp:revision>1</cp:revision>
  <dcterms:created xsi:type="dcterms:W3CDTF">2026-03-11T12:57:48Z</dcterms:created>
  <dcterms:modified xsi:type="dcterms:W3CDTF">2026-03-11T12:57:48Z</dcterms:modified>
</cp:coreProperties>
</file>